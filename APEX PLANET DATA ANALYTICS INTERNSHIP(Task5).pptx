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B3DC-FCCC-CB8E-7A2A-B7BBD63F9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E49D3-EFE3-CB5E-B302-E090CFA545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C633B-673B-945C-103B-924443E43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0DF23-A9DE-9D72-FCEB-4239D20FF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4A104-FDC8-661A-7982-3CFA9A8E8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546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50262-E8DF-F5FA-CA88-525AFC63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D4001-E7C2-73D1-5411-0E09DF10F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4E3B4-5E61-0A54-3173-77C3B0DE6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C85F0E-2799-2A12-7AB2-54C06951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F87F2-53FA-C606-DABC-883F90071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4717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3D505-ADC9-DD88-54FA-23DC1A6A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D390D-0460-AEB7-2DE0-4EF7865DD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091C6-5EAF-0130-D38A-6D5BD01E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B4484-2E87-1458-825E-46E572B9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D704B-9DE9-CBFA-4349-1D540BEF5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1845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AF0AA-68B7-D54F-D53F-5552C6642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177DAD-D803-585C-7EC5-BC02661EE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A0C672-A47A-8CEC-02A3-96E17CA84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CA535-DD26-02BD-A8EB-F86F889F0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ADFE8-66FD-7D8A-FF06-0DBF5C2F1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47EB6-242A-F9AC-87F1-F8135BE4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8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A1949-C35E-99CE-159C-B777A28E8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8BC8E-760D-77DB-CBE0-12C6AAE33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74374-593B-7FE4-2B6E-69A8218CF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0BF6A0-D959-AC4A-0A27-C209D1C9FA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4DDE56-25C2-D2FD-80D7-5DF28EEDF7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F8230-9D8D-D2E0-2044-C10639586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113DF4-E24C-514E-2FDF-B3CD4274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D4C9AF-76BB-DB42-BCE6-5F8A48FE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1441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ECF3-805C-067C-A56E-F9E0561F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BA02BA-A074-9B6A-C4DA-53422E03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9B7B3-D19C-2E26-59EE-B03B1E6F2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4971E2-59D9-BADD-5BCD-358D5C1E3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6901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F16919-6A98-62C4-E7DB-D2FC70783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CF3A48-D189-53EE-EB12-CF7DD0DEC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6A998-28A7-244D-736F-BDEFF6F1D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690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54DE-5D82-02F4-2AB7-6652DBE6B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2F24-06DB-9753-2C76-C43820306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DB942-7016-F7EB-8573-2EC2AE9F0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8101D-93B2-0CAF-9277-C3568A869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84EE44-459C-F00B-7D4F-3661BABCF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B66B5-A69A-2F7E-CC44-9DBB38C03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316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B557-0CE3-D906-F9CC-921DCF1EB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22BC78-D9E3-2BFA-ABC0-73902668C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BFBC30-5639-A26F-BB0F-B3AC200654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9685A-F5F3-8BA2-273F-A1BB5BABF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21BC2-E428-BCCB-037B-4004512D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8FDCE-085F-E40D-5CB0-8ECB264CC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6160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FDA2E-DBF3-F124-CC34-1BDBBF9BC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30DC9-8DD8-DB59-C563-1F759AD10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273D5-95B6-8D88-E2EB-AC6DE2A4A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DB60F-09D5-562C-199F-C4A962D4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440F74-6390-0300-B567-EC1011771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5603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8C5269-1B76-6444-6130-CC97F06A5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BB3EA-CCF5-DFF2-ABDE-E3D70C0ADF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310A9-F050-42EB-52E3-7125117D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597E4-7B4F-A927-1AF0-26B99E4EF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7E771-C8D0-24DB-7A7F-B2686FF4E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99716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58D3EB-BABF-5ECA-504A-D2CBD311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92AC1A-1583-AFC4-1913-95148B352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470B7-4BB4-1645-F238-D1A44AAB6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96229-3BDC-4F6C-9C59-2FE9DA9380CC}" type="datetimeFigureOut">
              <a:rPr lang="en-IN" smtClean="0"/>
              <a:t>03-09-2026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7508F5-DDDE-E2CA-68A6-2735904A84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A16F5-0A02-B86D-B7E5-5A445BBEE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462BDE-AB59-4BC9-9A1A-14CBB275B1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92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075B2-B238-8448-1F99-B17117271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0000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APEX PLANET DATA ANALYTICS INTERNSHIP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6C9AC2-F153-5232-B2F3-04B784CB3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End-to-End Data Analytics Portfolio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Chinni Snehitha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Apex Planet Internship | Tasks 1–4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0922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82EAA-9661-D121-C762-DE4EE4719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JOURNEY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990D5-0548-28E8-8ECC-9397BF7EC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Objective</a:t>
            </a:r>
            <a:endParaRPr lang="en-IN" sz="2000" dirty="0"/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analyse sales data and transform raw data into meaningful business insights through an end-to-end data analytics process.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Data → Cleaning → Analysis → Visualization → Dashboard → Statistical Validation → Business Insights → Recommendations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F4D446-9CF1-8496-9FAD-80061DA42F1E}"/>
              </a:ext>
            </a:extLst>
          </p:cNvPr>
          <p:cNvSpPr/>
          <p:nvPr/>
        </p:nvSpPr>
        <p:spPr>
          <a:xfrm>
            <a:off x="1160206" y="2971799"/>
            <a:ext cx="2399071" cy="2219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</a:t>
            </a:r>
          </a:p>
          <a:p>
            <a:pPr algn="ctr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&amp; Preparation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Understanding, cleaning and preparing the dataset.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0EFD00-280A-04EF-CA4F-C3CD5F74BE70}"/>
              </a:ext>
            </a:extLst>
          </p:cNvPr>
          <p:cNvSpPr/>
          <p:nvPr/>
        </p:nvSpPr>
        <p:spPr>
          <a:xfrm>
            <a:off x="3834580" y="2971797"/>
            <a:ext cx="2261420" cy="2219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Analyzing sales patterns, products, categories, cities and customers.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259B203-6269-D18C-BB89-4C02BB9ABA7A}"/>
              </a:ext>
            </a:extLst>
          </p:cNvPr>
          <p:cNvSpPr/>
          <p:nvPr/>
        </p:nvSpPr>
        <p:spPr>
          <a:xfrm>
            <a:off x="6371303" y="2971797"/>
            <a:ext cx="2261420" cy="2219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Deep-Dive Analysis &amp; Dashboard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Creating an interactive Power BI dashboard and deriving business insights.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0F3D85-8326-AEE9-52F3-16E9548AB7E2}"/>
              </a:ext>
            </a:extLst>
          </p:cNvPr>
          <p:cNvSpPr/>
          <p:nvPr/>
        </p:nvSpPr>
        <p:spPr>
          <a:xfrm>
            <a:off x="8933836" y="2971796"/>
            <a:ext cx="2118850" cy="22196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Storytelling &amp; Statistical Validation</a:t>
            </a:r>
            <a:b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Presenting findings, testing a business hypothesis and making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2447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8D3AE-1B98-59F4-1748-417A2AED6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1 — DATA CLEANING &amp; PREPARATION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73F535-D4D4-C9D6-360E-BF7A36BA18BF}"/>
              </a:ext>
            </a:extLst>
          </p:cNvPr>
          <p:cNvSpPr/>
          <p:nvPr/>
        </p:nvSpPr>
        <p:spPr>
          <a:xfrm>
            <a:off x="936522" y="1946788"/>
            <a:ext cx="3844414" cy="1858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/>
              <a:t>Objective</a:t>
            </a:r>
            <a:endParaRPr lang="en-IN" dirty="0"/>
          </a:p>
          <a:p>
            <a:r>
              <a:rPr lang="en-IN" dirty="0"/>
              <a:t>Prepare the sales dataset for reliable analysis by understanding its structure, identifying important variables, and cleaning the data.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99BCA-4A90-AF7B-AA9B-18557F3C0F9F}"/>
              </a:ext>
            </a:extLst>
          </p:cNvPr>
          <p:cNvSpPr/>
          <p:nvPr/>
        </p:nvSpPr>
        <p:spPr>
          <a:xfrm>
            <a:off x="5014452" y="1946788"/>
            <a:ext cx="6164825" cy="18582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/>
              <a:t>Key Work</a:t>
            </a:r>
            <a:endParaRPr lang="en-IN"/>
          </a:p>
          <a:p>
            <a:pPr lvl="0"/>
            <a:r>
              <a:rPr lang="en-IN"/>
              <a:t>Understanding the dataset </a:t>
            </a:r>
          </a:p>
          <a:p>
            <a:pPr lvl="0"/>
            <a:r>
              <a:rPr lang="en-IN"/>
              <a:t>Data cleaning and preparation </a:t>
            </a:r>
          </a:p>
          <a:p>
            <a:pPr lvl="0"/>
            <a:r>
              <a:rPr lang="en-IN"/>
              <a:t>Creating a data dictionary </a:t>
            </a:r>
          </a:p>
          <a:p>
            <a:pPr lvl="0"/>
            <a:r>
              <a:rPr lang="en-IN"/>
              <a:t>Identifying important variables and data dimensions </a:t>
            </a:r>
          </a:p>
          <a:p>
            <a:pPr lvl="0"/>
            <a:r>
              <a:rPr lang="en-IN"/>
              <a:t>Preparing the dataset for further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F85403-6FF3-63DA-CFD8-7E869E6E2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22" y="3940021"/>
            <a:ext cx="4746523" cy="15731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17A306-481F-7CC3-2B76-724FEFACB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367" y="3940021"/>
            <a:ext cx="5397910" cy="1573161"/>
          </a:xfrm>
          <a:prstGeom prst="rect">
            <a:avLst/>
          </a:prstGeom>
        </p:spPr>
      </p:pic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BBC9FD2-703E-E4A1-A9FF-A0F36FFEA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b="1" dirty="0"/>
              <a:t>Tools &amp; Skills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Python | Pandas | Jupyter Notebook | Excel | Data Cleaning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723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035BE-8B57-5795-8570-DFFFA932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TASK 2 — EXPLORATORY DATA ANALYSIS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5E65638-9284-0060-4562-7A4967A5F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5625"/>
            <a:ext cx="103607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33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56498-EE55-A123-A613-95D37AE10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 — DEEP-DIVE ANALYSIS &amp; INTERACTIVE DASHBOARD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F91523-C229-C603-F23C-98888B35CB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032" y="1825625"/>
            <a:ext cx="93209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52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E23DD-4375-DD45-686B-575AB5D28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4 - DATA STORYTELLING &amp; STATISTICAL VALIDATION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928A84-7F2A-9F9E-268D-EF03C3CF41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890" y="1825625"/>
            <a:ext cx="95962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987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32442C-6F99-71B9-A293-A6FDEC929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20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6EC5B4-E2D6-06EC-EBF8-131813E17A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7" y="0"/>
            <a:ext cx="10776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767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223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APEX PLANET DATA ANALYTICS INTERNSHIP</vt:lpstr>
      <vt:lpstr>INTERNSHIP JOURNEY</vt:lpstr>
      <vt:lpstr>TASK 1 — DATA CLEANING &amp; PREPARATION</vt:lpstr>
      <vt:lpstr>TASK 2 — EXPLORATORY DATA ANALYSIS</vt:lpstr>
      <vt:lpstr>TASK 3 — DEEP-DIVE ANALYSIS &amp; INTERACTIVE DASHBOARD</vt:lpstr>
      <vt:lpstr>TASK 4 - DATA STORYTELLING &amp; STATISTICAL VALIDATION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snehitha chinni</dc:creator>
  <cp:lastModifiedBy>snehitha chinni</cp:lastModifiedBy>
  <cp:revision>3</cp:revision>
  <dcterms:created xsi:type="dcterms:W3CDTF">2026-09-02T16:03:47Z</dcterms:created>
  <dcterms:modified xsi:type="dcterms:W3CDTF">2026-09-03T15:59:14Z</dcterms:modified>
</cp:coreProperties>
</file>